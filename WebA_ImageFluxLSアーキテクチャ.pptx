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2"/>
  </p:notesMasterIdLst>
  <p:sldIdLst>
    <p:sldId id="257" r:id="rId10"/>
    <p:sldId id="258" r:id="rId11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8"/>
  </p:normalViewPr>
  <p:slideViewPr>
    <p:cSldViewPr snapToGrid="0" snapToObjects="1">
      <p:cViewPr varScale="1">
        <p:scale>
          <a:sx n="81" d="100"/>
          <a:sy n="81" d="100"/>
        </p:scale>
        <p:origin x="280" y="84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2026/9/15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38284A2-7EDA-9E18-ED36-BD59C2128D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配信アプリ </a:t>
            </a:r>
            <a:r>
              <a:rPr kumimoji="1" lang="en-US" altLang="ja-JP" dirty="0"/>
              <a:t>on </a:t>
            </a:r>
            <a:r>
              <a:rPr kumimoji="1" lang="ja-JP" altLang="en-US" dirty="0"/>
              <a:t>さくらのクラウド</a:t>
            </a:r>
          </a:p>
        </p:txBody>
      </p:sp>
    </p:spTree>
    <p:extLst>
      <p:ext uri="{BB962C8B-B14F-4D97-AF65-F5344CB8AC3E}">
        <p14:creationId xmlns:p14="http://schemas.microsoft.com/office/powerpoint/2010/main" val="71628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F3C9-9DBB-4276-1975-F76381CC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E043BD4-F71A-4ACB-8BBE-209A6BF45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アーキテクチャ概要図</a:t>
            </a:r>
          </a:p>
        </p:txBody>
      </p: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7EA5E212-756B-325E-8E65-E6C9811FAFA7}"/>
              </a:ext>
            </a:extLst>
          </p:cNvPr>
          <p:cNvGrpSpPr/>
          <p:nvPr/>
        </p:nvGrpSpPr>
        <p:grpSpPr>
          <a:xfrm>
            <a:off x="8769368" y="2096415"/>
            <a:ext cx="14765625" cy="10689542"/>
            <a:chOff x="1903139" y="1725011"/>
            <a:chExt cx="14765625" cy="10689542"/>
          </a:xfrm>
        </p:grpSpPr>
        <p:sp>
          <p:nvSpPr>
            <p:cNvPr id="120" name="四角形: 角を丸くする 119">
              <a:extLst>
                <a:ext uri="{FF2B5EF4-FFF2-40B4-BE49-F238E27FC236}">
                  <a16:creationId xmlns:a16="http://schemas.microsoft.com/office/drawing/2014/main" id="{BE2F8533-46F1-7722-C1DD-ADA1B8FB3436}"/>
                </a:ext>
              </a:extLst>
            </p:cNvPr>
            <p:cNvSpPr/>
            <p:nvPr/>
          </p:nvSpPr>
          <p:spPr>
            <a:xfrm>
              <a:off x="8381993" y="4130847"/>
              <a:ext cx="5392713" cy="30817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四角形: 角を丸くする 127">
              <a:extLst>
                <a:ext uri="{FF2B5EF4-FFF2-40B4-BE49-F238E27FC236}">
                  <a16:creationId xmlns:a16="http://schemas.microsoft.com/office/drawing/2014/main" id="{73DC29A2-4762-B7E3-969C-981AB9911962}"/>
                </a:ext>
              </a:extLst>
            </p:cNvPr>
            <p:cNvSpPr/>
            <p:nvPr/>
          </p:nvSpPr>
          <p:spPr>
            <a:xfrm>
              <a:off x="6971266" y="6774846"/>
              <a:ext cx="8603956" cy="261887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閉域網</a:t>
              </a:r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ABDA78E6-40F0-E725-F9A1-347985B971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108764" y="1725011"/>
              <a:ext cx="1440000" cy="1440000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E87D5A8B-A970-CF57-271D-8959761D70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68764" y="1725011"/>
              <a:ext cx="1440000" cy="1440000"/>
            </a:xfrm>
            <a:prstGeom prst="rect">
              <a:avLst/>
            </a:prstGeom>
          </p:spPr>
        </p:pic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68DB9594-916E-5944-6A79-D53559D89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983139" y="1725011"/>
              <a:ext cx="1440000" cy="1440000"/>
            </a:xfrm>
            <a:prstGeom prst="rect">
              <a:avLst/>
            </a:prstGeom>
          </p:spPr>
        </p:pic>
        <p:pic>
          <p:nvPicPr>
            <p:cNvPr id="21" name="グラフィックス 20">
              <a:extLst>
                <a:ext uri="{FF2B5EF4-FFF2-40B4-BE49-F238E27FC236}">
                  <a16:creationId xmlns:a16="http://schemas.microsoft.com/office/drawing/2014/main" id="{6A713C4F-38DD-11E7-AC50-B3954FD5C0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57514" y="7482814"/>
              <a:ext cx="1440000" cy="1440000"/>
            </a:xfrm>
            <a:prstGeom prst="rect">
              <a:avLst/>
            </a:prstGeom>
          </p:spPr>
        </p:pic>
        <p:pic>
          <p:nvPicPr>
            <p:cNvPr id="23" name="グラフィックス 22">
              <a:extLst>
                <a:ext uri="{FF2B5EF4-FFF2-40B4-BE49-F238E27FC236}">
                  <a16:creationId xmlns:a16="http://schemas.microsoft.com/office/drawing/2014/main" id="{E8BC480C-67EC-0361-967A-D5F671C468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08764" y="10365292"/>
              <a:ext cx="1440000" cy="1440000"/>
            </a:xfrm>
            <a:prstGeom prst="rect">
              <a:avLst/>
            </a:prstGeom>
          </p:spPr>
        </p:pic>
        <p:pic>
          <p:nvPicPr>
            <p:cNvPr id="25" name="グラフィックス 24">
              <a:extLst>
                <a:ext uri="{FF2B5EF4-FFF2-40B4-BE49-F238E27FC236}">
                  <a16:creationId xmlns:a16="http://schemas.microsoft.com/office/drawing/2014/main" id="{17517ACE-2BA7-9BB1-54E5-A0F0919BB1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983139" y="10359553"/>
              <a:ext cx="1440000" cy="1440000"/>
            </a:xfrm>
            <a:prstGeom prst="rect">
              <a:avLst/>
            </a:prstGeom>
          </p:spPr>
        </p:pic>
        <p:pic>
          <p:nvPicPr>
            <p:cNvPr id="31" name="グラフィックス 30">
              <a:extLst>
                <a:ext uri="{FF2B5EF4-FFF2-40B4-BE49-F238E27FC236}">
                  <a16:creationId xmlns:a16="http://schemas.microsoft.com/office/drawing/2014/main" id="{D806AF7B-F42A-96FA-8A23-B3F42379C8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34389" y="1725011"/>
              <a:ext cx="1440000" cy="1440000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4224A7E1-1503-42E1-77B3-44A5DB54C8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34389" y="7488168"/>
              <a:ext cx="1440000" cy="1440000"/>
            </a:xfrm>
            <a:prstGeom prst="rect">
              <a:avLst/>
            </a:prstGeom>
          </p:spPr>
        </p:pic>
        <p:pic>
          <p:nvPicPr>
            <p:cNvPr id="37" name="グラフィックス 36">
              <a:extLst>
                <a:ext uri="{FF2B5EF4-FFF2-40B4-BE49-F238E27FC236}">
                  <a16:creationId xmlns:a16="http://schemas.microsoft.com/office/drawing/2014/main" id="{EAE2BBBA-0F97-E07C-AD78-8D77944977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983139" y="7488168"/>
              <a:ext cx="1440000" cy="1440000"/>
            </a:xfrm>
            <a:prstGeom prst="rect">
              <a:avLst/>
            </a:prstGeom>
          </p:spPr>
        </p:pic>
        <p:pic>
          <p:nvPicPr>
            <p:cNvPr id="39" name="グラフィックス 38">
              <a:extLst>
                <a:ext uri="{FF2B5EF4-FFF2-40B4-BE49-F238E27FC236}">
                  <a16:creationId xmlns:a16="http://schemas.microsoft.com/office/drawing/2014/main" id="{1C8D7A80-6E12-9A95-1FEA-2DFA6A2DC6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08764" y="7488168"/>
              <a:ext cx="1440000" cy="1440000"/>
            </a:xfrm>
            <a:prstGeom prst="rect">
              <a:avLst/>
            </a:prstGeom>
          </p:spPr>
        </p:pic>
        <p:pic>
          <p:nvPicPr>
            <p:cNvPr id="45" name="グラフィックス 44">
              <a:extLst>
                <a:ext uri="{FF2B5EF4-FFF2-40B4-BE49-F238E27FC236}">
                  <a16:creationId xmlns:a16="http://schemas.microsoft.com/office/drawing/2014/main" id="{CA1A487B-384F-506F-05E6-137764CA37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03139" y="4624503"/>
              <a:ext cx="1440000" cy="1440000"/>
            </a:xfrm>
            <a:prstGeom prst="rect">
              <a:avLst/>
            </a:prstGeom>
          </p:spPr>
        </p:pic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81D81EBA-909E-D0B2-C0BA-BD8AF77C439A}"/>
                </a:ext>
              </a:extLst>
            </p:cNvPr>
            <p:cNvCxnSpPr>
              <a:cxnSpLocks/>
              <a:stCxn id="64" idx="3"/>
              <a:endCxn id="16" idx="1"/>
            </p:cNvCxnSpPr>
            <p:nvPr/>
          </p:nvCxnSpPr>
          <p:spPr>
            <a:xfrm flipV="1">
              <a:off x="7671578" y="5340585"/>
              <a:ext cx="1437186" cy="3918"/>
            </a:xfrm>
            <a:prstGeom prst="straightConnector1">
              <a:avLst/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コネクタ: カギ線 49">
              <a:extLst>
                <a:ext uri="{FF2B5EF4-FFF2-40B4-BE49-F238E27FC236}">
                  <a16:creationId xmlns:a16="http://schemas.microsoft.com/office/drawing/2014/main" id="{636DED32-4A84-01A8-C33F-28A84E73C459}"/>
                </a:ext>
              </a:extLst>
            </p:cNvPr>
            <p:cNvCxnSpPr>
              <a:stCxn id="31" idx="1"/>
              <a:endCxn id="45" idx="3"/>
            </p:cNvCxnSpPr>
            <p:nvPr/>
          </p:nvCxnSpPr>
          <p:spPr>
            <a:xfrm rot="10800000" flipV="1">
              <a:off x="3343139" y="2445011"/>
              <a:ext cx="2891250" cy="2899492"/>
            </a:xfrm>
            <a:prstGeom prst="bentConnector3">
              <a:avLst/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2CAB2069-F8B3-F899-4E15-B379B9332616}"/>
                </a:ext>
              </a:extLst>
            </p:cNvPr>
            <p:cNvGrpSpPr/>
            <p:nvPr/>
          </p:nvGrpSpPr>
          <p:grpSpPr>
            <a:xfrm>
              <a:off x="5497512" y="9939191"/>
              <a:ext cx="2891252" cy="2297953"/>
              <a:chOff x="5497512" y="7636771"/>
              <a:chExt cx="2891252" cy="2297953"/>
            </a:xfrm>
          </p:grpSpPr>
          <p:pic>
            <p:nvPicPr>
              <p:cNvPr id="27" name="グラフィックス 26">
                <a:extLst>
                  <a:ext uri="{FF2B5EF4-FFF2-40B4-BE49-F238E27FC236}">
                    <a16:creationId xmlns:a16="http://schemas.microsoft.com/office/drawing/2014/main" id="{A2970E46-9EF2-8105-984F-26E7999D4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508764" y="7636771"/>
                <a:ext cx="2880000" cy="2297953"/>
              </a:xfrm>
              <a:prstGeom prst="rect">
                <a:avLst/>
              </a:prstGeom>
            </p:spPr>
          </p:pic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F4AED19F-EF8E-770F-289A-BF684FC6D1F6}"/>
                  </a:ext>
                </a:extLst>
              </p:cNvPr>
              <p:cNvSpPr/>
              <p:nvPr/>
            </p:nvSpPr>
            <p:spPr>
              <a:xfrm>
                <a:off x="5497512" y="7636771"/>
                <a:ext cx="2891251" cy="22979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3" name="コネクタ: カギ線 52">
              <a:extLst>
                <a:ext uri="{FF2B5EF4-FFF2-40B4-BE49-F238E27FC236}">
                  <a16:creationId xmlns:a16="http://schemas.microsoft.com/office/drawing/2014/main" id="{F12C031F-4D03-2F75-9DF5-1FD351957BFC}"/>
                </a:ext>
              </a:extLst>
            </p:cNvPr>
            <p:cNvCxnSpPr>
              <a:cxnSpLocks/>
              <a:stCxn id="51" idx="1"/>
              <a:endCxn id="45" idx="3"/>
            </p:cNvCxnSpPr>
            <p:nvPr/>
          </p:nvCxnSpPr>
          <p:spPr>
            <a:xfrm rot="10800000">
              <a:off x="3343140" y="5344504"/>
              <a:ext cx="2154373" cy="5743665"/>
            </a:xfrm>
            <a:prstGeom prst="bentConnector3">
              <a:avLst>
                <a:gd name="adj1" fmla="val 32944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73D02C6D-3275-41D6-E6BC-698516469C13}"/>
                </a:ext>
              </a:extLst>
            </p:cNvPr>
            <p:cNvCxnSpPr>
              <a:cxnSpLocks/>
              <a:stCxn id="51" idx="0"/>
              <a:endCxn id="35" idx="2"/>
            </p:cNvCxnSpPr>
            <p:nvPr/>
          </p:nvCxnSpPr>
          <p:spPr>
            <a:xfrm flipV="1">
              <a:off x="6943138" y="8928168"/>
              <a:ext cx="11251" cy="1011023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EE06B42B-BE00-C6A0-D130-1F1E0C498668}"/>
                </a:ext>
              </a:extLst>
            </p:cNvPr>
            <p:cNvCxnSpPr>
              <a:cxnSpLocks/>
              <a:stCxn id="35" idx="3"/>
              <a:endCxn id="39" idx="1"/>
            </p:cNvCxnSpPr>
            <p:nvPr/>
          </p:nvCxnSpPr>
          <p:spPr>
            <a:xfrm>
              <a:off x="7674389" y="8208168"/>
              <a:ext cx="1434375" cy="0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D64BA2C9-FA14-7B12-115A-B9E2F0AE3C75}"/>
                </a:ext>
              </a:extLst>
            </p:cNvPr>
            <p:cNvCxnSpPr>
              <a:cxnSpLocks/>
              <a:stCxn id="39" idx="3"/>
              <a:endCxn id="37" idx="1"/>
            </p:cNvCxnSpPr>
            <p:nvPr/>
          </p:nvCxnSpPr>
          <p:spPr>
            <a:xfrm>
              <a:off x="10548764" y="8208168"/>
              <a:ext cx="1434375" cy="0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7066C6DC-2DE5-F22C-0627-1884731B31CD}"/>
                </a:ext>
              </a:extLst>
            </p:cNvPr>
            <p:cNvCxnSpPr>
              <a:cxnSpLocks/>
              <a:stCxn id="37" idx="2"/>
              <a:endCxn id="25" idx="0"/>
            </p:cNvCxnSpPr>
            <p:nvPr/>
          </p:nvCxnSpPr>
          <p:spPr>
            <a:xfrm>
              <a:off x="12703139" y="8928168"/>
              <a:ext cx="0" cy="1431385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242128B2-2E01-8557-7E6A-A3388A5E2656}"/>
                </a:ext>
              </a:extLst>
            </p:cNvPr>
            <p:cNvCxnSpPr>
              <a:cxnSpLocks/>
              <a:stCxn id="64" idx="2"/>
              <a:endCxn id="35" idx="0"/>
            </p:cNvCxnSpPr>
            <p:nvPr/>
          </p:nvCxnSpPr>
          <p:spPr>
            <a:xfrm>
              <a:off x="6951578" y="6064503"/>
              <a:ext cx="2811" cy="1423665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200694C4-7E1B-CF88-7282-9C65E7EC5C9D}"/>
                </a:ext>
              </a:extLst>
            </p:cNvPr>
            <p:cNvSpPr txBox="1"/>
            <p:nvPr/>
          </p:nvSpPr>
          <p:spPr>
            <a:xfrm>
              <a:off x="8748764" y="11799553"/>
              <a:ext cx="2160000" cy="36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コンテナレジストリ</a:t>
              </a:r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FCA4763D-5B66-D155-D161-E8B03E99EE57}"/>
                </a:ext>
              </a:extLst>
            </p:cNvPr>
            <p:cNvSpPr txBox="1"/>
            <p:nvPr/>
          </p:nvSpPr>
          <p:spPr>
            <a:xfrm>
              <a:off x="11623139" y="11810277"/>
              <a:ext cx="2160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600" dirty="0"/>
                <a:t>KMS</a:t>
              </a:r>
              <a:endParaRPr kumimoji="1" lang="ja-JP" altLang="en-US" sz="1600" dirty="0"/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9E51487E-E746-37C7-51F5-7F38D6323035}"/>
                </a:ext>
              </a:extLst>
            </p:cNvPr>
            <p:cNvSpPr txBox="1"/>
            <p:nvPr/>
          </p:nvSpPr>
          <p:spPr>
            <a:xfrm>
              <a:off x="14508764" y="8939876"/>
              <a:ext cx="2160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600" dirty="0"/>
                <a:t>VPN</a:t>
              </a:r>
              <a:r>
                <a:rPr kumimoji="1" lang="ja-JP" altLang="en-US" sz="1600" dirty="0"/>
                <a:t>ルータ</a:t>
              </a:r>
            </a:p>
          </p:txBody>
        </p:sp>
        <p:sp>
          <p:nvSpPr>
            <p:cNvPr id="96" name="テキスト ボックス 95">
              <a:extLst>
                <a:ext uri="{FF2B5EF4-FFF2-40B4-BE49-F238E27FC236}">
                  <a16:creationId xmlns:a16="http://schemas.microsoft.com/office/drawing/2014/main" id="{A9F450F5-83FD-3E0D-EBF0-9424CCD06BC3}"/>
                </a:ext>
              </a:extLst>
            </p:cNvPr>
            <p:cNvSpPr txBox="1"/>
            <p:nvPr/>
          </p:nvSpPr>
          <p:spPr>
            <a:xfrm>
              <a:off x="8748764" y="8939876"/>
              <a:ext cx="2160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スイッチ</a:t>
              </a:r>
            </a:p>
          </p:txBody>
        </p: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83E70CF1-9316-E694-0933-2F5D0F044B39}"/>
                </a:ext>
              </a:extLst>
            </p:cNvPr>
            <p:cNvSpPr txBox="1"/>
            <p:nvPr/>
          </p:nvSpPr>
          <p:spPr>
            <a:xfrm>
              <a:off x="12790741" y="8922814"/>
              <a:ext cx="21600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600" dirty="0"/>
                <a:t>データベース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アプライアンス</a:t>
              </a: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3FA26F8F-0A55-E6D1-5BBF-55929FFBF3E5}"/>
                </a:ext>
              </a:extLst>
            </p:cNvPr>
            <p:cNvSpPr txBox="1"/>
            <p:nvPr/>
          </p:nvSpPr>
          <p:spPr>
            <a:xfrm>
              <a:off x="9831575" y="3160349"/>
              <a:ext cx="1458021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オブジェクト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ストレージ</a:t>
              </a: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DFDDE7DA-669C-0F2C-3144-EB5E4B99C817}"/>
                </a:ext>
              </a:extLst>
            </p:cNvPr>
            <p:cNvSpPr txBox="1"/>
            <p:nvPr/>
          </p:nvSpPr>
          <p:spPr>
            <a:xfrm>
              <a:off x="6967617" y="3160350"/>
              <a:ext cx="1606771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さくらのウェブ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アクセラレータ</a:t>
              </a:r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667AE5AF-E667-55BB-5BE3-78E8DE177AC2}"/>
                </a:ext>
              </a:extLst>
            </p:cNvPr>
            <p:cNvSpPr txBox="1"/>
            <p:nvPr/>
          </p:nvSpPr>
          <p:spPr>
            <a:xfrm>
              <a:off x="11623139" y="3160350"/>
              <a:ext cx="2160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シンプル監視</a:t>
              </a:r>
            </a:p>
          </p:txBody>
        </p: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131168F4-8982-3749-3548-1E9824605FAD}"/>
                </a:ext>
              </a:extLst>
            </p:cNvPr>
            <p:cNvSpPr txBox="1"/>
            <p:nvPr/>
          </p:nvSpPr>
          <p:spPr>
            <a:xfrm>
              <a:off x="14508764" y="3171097"/>
              <a:ext cx="21600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モニタリング</a:t>
              </a:r>
              <a:br>
                <a:rPr kumimoji="1" lang="en-US" altLang="ja-JP" sz="1600" dirty="0"/>
              </a:br>
              <a:r>
                <a:rPr kumimoji="1" lang="ja-JP" altLang="en-US" sz="1600" dirty="0"/>
                <a:t>スイート</a:t>
              </a:r>
            </a:p>
          </p:txBody>
        </p:sp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779B413D-040B-F633-3911-F2E331C36556}"/>
                </a:ext>
              </a:extLst>
            </p:cNvPr>
            <p:cNvCxnSpPr>
              <a:cxnSpLocks/>
              <a:stCxn id="31" idx="3"/>
              <a:endCxn id="9" idx="1"/>
            </p:cNvCxnSpPr>
            <p:nvPr/>
          </p:nvCxnSpPr>
          <p:spPr>
            <a:xfrm>
              <a:off x="7674389" y="2445011"/>
              <a:ext cx="1434375" cy="0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コネクタ: カギ線 117">
              <a:extLst>
                <a:ext uri="{FF2B5EF4-FFF2-40B4-BE49-F238E27FC236}">
                  <a16:creationId xmlns:a16="http://schemas.microsoft.com/office/drawing/2014/main" id="{6E0DEF02-14BF-5A8E-F757-11FD4E40F05A}"/>
                </a:ext>
              </a:extLst>
            </p:cNvPr>
            <p:cNvCxnSpPr>
              <a:cxnSpLocks/>
              <a:stCxn id="51" idx="2"/>
              <a:endCxn id="9" idx="0"/>
            </p:cNvCxnSpPr>
            <p:nvPr/>
          </p:nvCxnSpPr>
          <p:spPr>
            <a:xfrm rot="5400000" flipH="1" flipV="1">
              <a:off x="3129884" y="5538265"/>
              <a:ext cx="10512133" cy="2885626"/>
            </a:xfrm>
            <a:prstGeom prst="bentConnector5">
              <a:avLst>
                <a:gd name="adj1" fmla="val -2175"/>
                <a:gd name="adj2" fmla="val 335758"/>
                <a:gd name="adj3" fmla="val 103548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E841D440-9EB9-9E70-828F-C01DB1056BE1}"/>
                </a:ext>
              </a:extLst>
            </p:cNvPr>
            <p:cNvSpPr txBox="1"/>
            <p:nvPr/>
          </p:nvSpPr>
          <p:spPr>
            <a:xfrm>
              <a:off x="14495222" y="12045221"/>
              <a:ext cx="2160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b="1" dirty="0"/>
                <a:t>①アーカイブ保存</a:t>
              </a:r>
            </a:p>
          </p:txBody>
        </p: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E2C639D2-87B5-0F8B-D31C-9468EB9694EB}"/>
                </a:ext>
              </a:extLst>
            </p:cNvPr>
            <p:cNvSpPr txBox="1"/>
            <p:nvPr/>
          </p:nvSpPr>
          <p:spPr>
            <a:xfrm>
              <a:off x="4080014" y="2075679"/>
              <a:ext cx="2160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b="1" dirty="0"/>
                <a:t>②アーカイブ配信</a:t>
              </a:r>
            </a:p>
          </p:txBody>
        </p:sp>
        <p:pic>
          <p:nvPicPr>
            <p:cNvPr id="16" name="グラフィックス 15">
              <a:extLst>
                <a:ext uri="{FF2B5EF4-FFF2-40B4-BE49-F238E27FC236}">
                  <a16:creationId xmlns:a16="http://schemas.microsoft.com/office/drawing/2014/main" id="{1AD0B691-CB4C-C884-72BF-5C75D53FED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08764" y="4620585"/>
              <a:ext cx="1440000" cy="1440000"/>
            </a:xfrm>
            <a:prstGeom prst="rect">
              <a:avLst/>
            </a:prstGeom>
          </p:spPr>
        </p:pic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B7F7A72D-872A-09EB-FF05-4F287CD27D19}"/>
                </a:ext>
              </a:extLst>
            </p:cNvPr>
            <p:cNvCxnSpPr>
              <a:cxnSpLocks/>
              <a:stCxn id="16" idx="2"/>
              <a:endCxn id="39" idx="0"/>
            </p:cNvCxnSpPr>
            <p:nvPr/>
          </p:nvCxnSpPr>
          <p:spPr>
            <a:xfrm>
              <a:off x="9828764" y="6060585"/>
              <a:ext cx="0" cy="1427583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グラフィックス 63">
              <a:extLst>
                <a:ext uri="{FF2B5EF4-FFF2-40B4-BE49-F238E27FC236}">
                  <a16:creationId xmlns:a16="http://schemas.microsoft.com/office/drawing/2014/main" id="{69459386-F86A-6BBF-4838-C34F363928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1578" y="4624503"/>
              <a:ext cx="1440000" cy="1440000"/>
            </a:xfrm>
            <a:prstGeom prst="rect">
              <a:avLst/>
            </a:prstGeom>
          </p:spPr>
        </p:pic>
        <p:grpSp>
          <p:nvGrpSpPr>
            <p:cNvPr id="82" name="グループ化 81">
              <a:extLst>
                <a:ext uri="{FF2B5EF4-FFF2-40B4-BE49-F238E27FC236}">
                  <a16:creationId xmlns:a16="http://schemas.microsoft.com/office/drawing/2014/main" id="{84643119-5EB7-F986-41E4-387903B8ED8C}"/>
                </a:ext>
              </a:extLst>
            </p:cNvPr>
            <p:cNvGrpSpPr/>
            <p:nvPr/>
          </p:nvGrpSpPr>
          <p:grpSpPr>
            <a:xfrm>
              <a:off x="11259179" y="4049985"/>
              <a:ext cx="2885627" cy="2581200"/>
              <a:chOff x="18578632" y="4193176"/>
              <a:chExt cx="2885627" cy="2581200"/>
            </a:xfrm>
          </p:grpSpPr>
          <p:pic>
            <p:nvPicPr>
              <p:cNvPr id="70" name="図 69">
                <a:extLst>
                  <a:ext uri="{FF2B5EF4-FFF2-40B4-BE49-F238E27FC236}">
                    <a16:creationId xmlns:a16="http://schemas.microsoft.com/office/drawing/2014/main" id="{DAADE725-00DF-727F-8D5D-F23ACEB47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78632" y="4193176"/>
                <a:ext cx="2880000" cy="2581200"/>
              </a:xfrm>
              <a:prstGeom prst="rect">
                <a:avLst/>
              </a:prstGeom>
            </p:spPr>
          </p:pic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1A8714B9-4233-2CF8-B5A4-176581EB8350}"/>
                  </a:ext>
                </a:extLst>
              </p:cNvPr>
              <p:cNvSpPr/>
              <p:nvPr/>
            </p:nvSpPr>
            <p:spPr>
              <a:xfrm>
                <a:off x="18578632" y="4193176"/>
                <a:ext cx="2885627" cy="2581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8770E638-E47A-5366-3E72-019C04D910D5}"/>
                </a:ext>
              </a:extLst>
            </p:cNvPr>
            <p:cNvCxnSpPr>
              <a:cxnSpLocks/>
              <a:stCxn id="16" idx="3"/>
              <a:endCxn id="70" idx="1"/>
            </p:cNvCxnSpPr>
            <p:nvPr/>
          </p:nvCxnSpPr>
          <p:spPr>
            <a:xfrm>
              <a:off x="10548764" y="5340585"/>
              <a:ext cx="710415" cy="0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コネクタ: カギ線 85">
              <a:extLst>
                <a:ext uri="{FF2B5EF4-FFF2-40B4-BE49-F238E27FC236}">
                  <a16:creationId xmlns:a16="http://schemas.microsoft.com/office/drawing/2014/main" id="{089E0093-A4FE-1112-EF03-9042FF7C00DC}"/>
                </a:ext>
              </a:extLst>
            </p:cNvPr>
            <p:cNvCxnSpPr>
              <a:cxnSpLocks/>
              <a:stCxn id="16" idx="2"/>
              <a:endCxn id="37" idx="0"/>
            </p:cNvCxnSpPr>
            <p:nvPr/>
          </p:nvCxnSpPr>
          <p:spPr>
            <a:xfrm rot="16200000" flipH="1">
              <a:off x="10552160" y="5337188"/>
              <a:ext cx="1427583" cy="2874375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57A8CEC0-867A-FE9B-34F5-C1EBFF303E7C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9828764" y="3165011"/>
              <a:ext cx="0" cy="1455574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コネクタ: カギ線 102">
              <a:extLst>
                <a:ext uri="{FF2B5EF4-FFF2-40B4-BE49-F238E27FC236}">
                  <a16:creationId xmlns:a16="http://schemas.microsoft.com/office/drawing/2014/main" id="{2AA566BC-EF3F-C56E-ECEE-B1BBC8FB0621}"/>
                </a:ext>
              </a:extLst>
            </p:cNvPr>
            <p:cNvCxnSpPr>
              <a:cxnSpLocks/>
              <a:stCxn id="31" idx="2"/>
              <a:endCxn id="16" idx="0"/>
            </p:cNvCxnSpPr>
            <p:nvPr/>
          </p:nvCxnSpPr>
          <p:spPr>
            <a:xfrm rot="16200000" flipH="1">
              <a:off x="7663789" y="2455610"/>
              <a:ext cx="1455574" cy="2874375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436AE860-C3F8-7D10-0B1A-823629A0205F}"/>
                </a:ext>
              </a:extLst>
            </p:cNvPr>
            <p:cNvSpPr txBox="1"/>
            <p:nvPr/>
          </p:nvSpPr>
          <p:spPr>
            <a:xfrm>
              <a:off x="6982519" y="6059215"/>
              <a:ext cx="14343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dirty="0"/>
                <a:t>シンプル</a:t>
              </a:r>
              <a:r>
                <a:rPr kumimoji="1" lang="en-US" altLang="ja-JP" sz="1600" dirty="0"/>
                <a:t>MQ</a:t>
              </a:r>
              <a:endParaRPr kumimoji="1" lang="ja-JP" altLang="en-US" sz="1600" dirty="0"/>
            </a:p>
          </p:txBody>
        </p:sp>
        <p:cxnSp>
          <p:nvCxnSpPr>
            <p:cNvPr id="121" name="コネクタ: カギ線 120">
              <a:extLst>
                <a:ext uri="{FF2B5EF4-FFF2-40B4-BE49-F238E27FC236}">
                  <a16:creationId xmlns:a16="http://schemas.microsoft.com/office/drawing/2014/main" id="{72DB3DE6-A41A-A3AD-53E6-FC36CA8AAC11}"/>
                </a:ext>
              </a:extLst>
            </p:cNvPr>
            <p:cNvCxnSpPr>
              <a:cxnSpLocks/>
              <a:stCxn id="35" idx="1"/>
              <a:endCxn id="45" idx="3"/>
            </p:cNvCxnSpPr>
            <p:nvPr/>
          </p:nvCxnSpPr>
          <p:spPr>
            <a:xfrm rot="10800000">
              <a:off x="3343139" y="5344504"/>
              <a:ext cx="2891250" cy="2863665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55025267-BD0A-635A-43CA-86607D706658}"/>
                </a:ext>
              </a:extLst>
            </p:cNvPr>
            <p:cNvCxnSpPr>
              <a:cxnSpLocks/>
            </p:cNvCxnSpPr>
            <p:nvPr/>
          </p:nvCxnSpPr>
          <p:spPr>
            <a:xfrm>
              <a:off x="7668284" y="8922814"/>
              <a:ext cx="1445625" cy="1462299"/>
            </a:xfrm>
            <a:prstGeom prst="straightConnector1">
              <a:avLst/>
            </a:prstGeom>
            <a:ln w="76200">
              <a:solidFill>
                <a:schemeClr val="bg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7029450F-B599-2AAE-D505-4B9773BB57BA}"/>
                </a:ext>
              </a:extLst>
            </p:cNvPr>
            <p:cNvSpPr txBox="1"/>
            <p:nvPr/>
          </p:nvSpPr>
          <p:spPr>
            <a:xfrm>
              <a:off x="5263466" y="8922814"/>
              <a:ext cx="16054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600" dirty="0" err="1"/>
                <a:t>AppRun</a:t>
              </a:r>
              <a:r>
                <a:rPr kumimoji="1" lang="ja-JP" altLang="en-US" sz="1600" dirty="0"/>
                <a:t>専有型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75170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129</TotalTime>
  <Words>40</Words>
  <Application>Microsoft Office PowerPoint</Application>
  <PresentationFormat>ユーザー設定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2</vt:i4>
      </vt:variant>
    </vt:vector>
  </HeadingPairs>
  <TitlesOfParts>
    <vt:vector size="16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2</cp:revision>
  <dcterms:created xsi:type="dcterms:W3CDTF">2026-08-31T06:04:04Z</dcterms:created>
  <dcterms:modified xsi:type="dcterms:W3CDTF">2026-09-15T00:48:35Z</dcterms:modified>
</cp:coreProperties>
</file>